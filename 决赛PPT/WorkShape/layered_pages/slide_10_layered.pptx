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10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hanks-title-mask"/>
          <p:cNvSpPr/>
          <p:nvPr/>
        </p:nvSpPr>
        <p:spPr>
          <a:xfrm>
            <a:off x="2158999" y="368300"/>
            <a:ext cx="7873999" cy="901700"/>
          </a:xfrm>
          <a:prstGeom prst="roundRect">
            <a:avLst/>
          </a:prstGeom>
          <a:solidFill>
            <a:srgbClr val="053A28"/>
          </a:solidFill>
          <a:ln w="1016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2285999" y="444500"/>
            <a:ext cx="7619999" cy="749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5DE96"/>
                </a:solidFill>
                <a:latin typeface="KaiTi"/>
              </a:rPr>
              <a:t>光药医路，青春同行</a:t>
            </a:r>
          </a:p>
        </p:txBody>
      </p:sp>
      <p:sp>
        <p:nvSpPr>
          <p:cNvPr id="5" name="thanks-subtitle-mask"/>
          <p:cNvSpPr/>
          <p:nvPr/>
        </p:nvSpPr>
        <p:spPr>
          <a:xfrm>
            <a:off x="3555999" y="1384300"/>
            <a:ext cx="5079999" cy="444500"/>
          </a:xfrm>
          <a:prstGeom prst="roundRect">
            <a:avLst/>
          </a:prstGeom>
          <a:solidFill>
            <a:srgbClr val="053A28"/>
          </a:solidFill>
          <a:ln w="762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3682999" y="1422400"/>
            <a:ext cx="4825999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FCF1"/>
                </a:solidFill>
                <a:latin typeface="Microsoft YaHei"/>
              </a:rPr>
              <a:t>以光启智，以药济人，以医护心</a:t>
            </a:r>
          </a:p>
        </p:txBody>
      </p:sp>
      <p:pic>
        <p:nvPicPr>
          <p:cNvPr id="7" name="filmstrip-layer" descr="slide_10_filmstrip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9" y="2032000"/>
            <a:ext cx="11874499" cy="2476500"/>
          </a:xfrm>
          <a:prstGeom prst="rect">
            <a:avLst/>
          </a:prstGeom>
        </p:spPr>
      </p:pic>
      <p:sp>
        <p:nvSpPr>
          <p:cNvPr id="8" name="film-label-0-shape"/>
          <p:cNvSpPr/>
          <p:nvPr/>
        </p:nvSpPr>
        <p:spPr>
          <a:xfrm>
            <a:off x="666749" y="4051300"/>
            <a:ext cx="1587499" cy="3556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lm-label-0-text"/>
          <p:cNvSpPr txBox="1"/>
          <p:nvPr/>
        </p:nvSpPr>
        <p:spPr>
          <a:xfrm>
            <a:off x="692149" y="4064000"/>
            <a:ext cx="15366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CF1"/>
                </a:solidFill>
                <a:latin typeface="Microsoft YaHei"/>
              </a:rPr>
              <a:t>趣味嘉年华路演</a:t>
            </a:r>
          </a:p>
        </p:txBody>
      </p:sp>
      <p:sp>
        <p:nvSpPr>
          <p:cNvPr id="10" name="film-label-1-shape"/>
          <p:cNvSpPr/>
          <p:nvPr/>
        </p:nvSpPr>
        <p:spPr>
          <a:xfrm>
            <a:off x="2889249" y="4051300"/>
            <a:ext cx="1587499" cy="3556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lm-label-1-text"/>
          <p:cNvSpPr txBox="1"/>
          <p:nvPr/>
        </p:nvSpPr>
        <p:spPr>
          <a:xfrm>
            <a:off x="2914649" y="4064000"/>
            <a:ext cx="15366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CF1"/>
                </a:solidFill>
                <a:latin typeface="Microsoft YaHei"/>
              </a:rPr>
              <a:t>走进叶开泰博物馆</a:t>
            </a:r>
          </a:p>
        </p:txBody>
      </p:sp>
      <p:sp>
        <p:nvSpPr>
          <p:cNvPr id="12" name="film-label-2-shape"/>
          <p:cNvSpPr/>
          <p:nvPr/>
        </p:nvSpPr>
        <p:spPr>
          <a:xfrm>
            <a:off x="5079999" y="4051300"/>
            <a:ext cx="1587499" cy="3556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lm-label-2-text"/>
          <p:cNvSpPr txBox="1"/>
          <p:nvPr/>
        </p:nvSpPr>
        <p:spPr>
          <a:xfrm>
            <a:off x="5105399" y="4064000"/>
            <a:ext cx="15366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CF1"/>
                </a:solidFill>
                <a:latin typeface="Microsoft YaHei"/>
              </a:rPr>
              <a:t>青暖冬日·母校宣讲</a:t>
            </a:r>
          </a:p>
        </p:txBody>
      </p:sp>
      <p:sp>
        <p:nvSpPr>
          <p:cNvPr id="14" name="film-label-3-shape"/>
          <p:cNvSpPr/>
          <p:nvPr/>
        </p:nvSpPr>
        <p:spPr>
          <a:xfrm>
            <a:off x="7492999" y="4051300"/>
            <a:ext cx="1587499" cy="3556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ilm-label-3-text"/>
          <p:cNvSpPr txBox="1"/>
          <p:nvPr/>
        </p:nvSpPr>
        <p:spPr>
          <a:xfrm>
            <a:off x="7518399" y="4064000"/>
            <a:ext cx="15366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CF1"/>
                </a:solidFill>
                <a:latin typeface="Microsoft YaHei"/>
              </a:rPr>
              <a:t>社区志愿服务</a:t>
            </a:r>
          </a:p>
        </p:txBody>
      </p:sp>
      <p:sp>
        <p:nvSpPr>
          <p:cNvPr id="16" name="film-label-4-shape"/>
          <p:cNvSpPr/>
          <p:nvPr/>
        </p:nvSpPr>
        <p:spPr>
          <a:xfrm>
            <a:off x="9747249" y="4051300"/>
            <a:ext cx="1587499" cy="3556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ilm-label-4-text"/>
          <p:cNvSpPr txBox="1"/>
          <p:nvPr/>
        </p:nvSpPr>
        <p:spPr>
          <a:xfrm>
            <a:off x="9772649" y="4064000"/>
            <a:ext cx="15366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CF1"/>
                </a:solidFill>
                <a:latin typeface="Microsoft YaHei"/>
              </a:rPr>
              <a:t>科普网站建设中</a:t>
            </a:r>
          </a:p>
        </p:txBody>
      </p:sp>
      <p:sp>
        <p:nvSpPr>
          <p:cNvPr id="18" name="conclusion-strip"/>
          <p:cNvSpPr/>
          <p:nvPr/>
        </p:nvSpPr>
        <p:spPr>
          <a:xfrm>
            <a:off x="2158999" y="4667250"/>
            <a:ext cx="7873999" cy="431800"/>
          </a:xfrm>
          <a:prstGeom prst="roundRect">
            <a:avLst/>
          </a:prstGeom>
          <a:solidFill>
            <a:srgbClr val="053A28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clusion-text"/>
          <p:cNvSpPr txBox="1"/>
          <p:nvPr/>
        </p:nvSpPr>
        <p:spPr>
          <a:xfrm>
            <a:off x="2412999" y="4711700"/>
            <a:ext cx="73659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让中医药文化在青年实践中焕发新的生机</a:t>
            </a:r>
          </a:p>
        </p:txBody>
      </p:sp>
      <p:sp>
        <p:nvSpPr>
          <p:cNvPr id="20" name="thanks-text"/>
          <p:cNvSpPr txBox="1"/>
          <p:nvPr/>
        </p:nvSpPr>
        <p:spPr>
          <a:xfrm>
            <a:off x="4127499" y="5270500"/>
            <a:ext cx="3936999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0" b="1">
                <a:solidFill>
                  <a:srgbClr val="FFFCF1"/>
                </a:solidFill>
                <a:latin typeface="KaiTi"/>
              </a:rPr>
              <a:t>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