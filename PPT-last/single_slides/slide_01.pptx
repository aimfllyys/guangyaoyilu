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deco_bor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4" name="Picture 3" descr="deco_prop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Picture 4" descr="fig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6" name="Picture 5" descr="infograp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7" name="Picture 6" descr="art_tit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8" name="Picture 7" descr="hust_log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9075" y="114300"/>
            <a:ext cx="1285875" cy="30956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857500" y="700087"/>
            <a:ext cx="3405187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a:ea="微软雅黑" sz="2800">
                <a:solidFill>
                  <a:srgbClr val="2F372B"/>
                </a:solidFill>
                <a:latin typeface="微软雅黑"/>
              </a:rPr>
              <a:t>光 / 药 / 医 / 路 · 同向而行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62250" y="2667000"/>
            <a:ext cx="3619500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a:ea="微软雅黑" sz="2800">
                <a:solidFill>
                  <a:srgbClr val="2D6A45"/>
                </a:solidFill>
                <a:latin typeface="微软雅黑"/>
              </a:rPr>
              <a:t>瑶光引路·汇聚光药医路的青年力量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2775" y="2952750"/>
            <a:ext cx="285750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a:ea="宋体" sz="2400">
                <a:solidFill>
                  <a:srgbClr val="2F372B"/>
                </a:solidFill>
                <a:latin typeface="宋体"/>
              </a:rPr>
              <a:t>以光启智·以药济世·以医护人·以路同行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5625" y="3700462"/>
            <a:ext cx="28575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a:ea="微软雅黑" sz="2600">
                <a:solidFill>
                  <a:srgbClr val="2F372B"/>
                </a:solidFill>
                <a:latin typeface="微软雅黑"/>
              </a:rPr>
              <a:t>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2875" y="3700462"/>
            <a:ext cx="28575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a:ea="微软雅黑" sz="2600">
                <a:solidFill>
                  <a:srgbClr val="2F372B"/>
                </a:solidFill>
                <a:latin typeface="微软雅黑"/>
              </a:rPr>
              <a:t>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10125" y="3700462"/>
            <a:ext cx="28575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a:ea="微软雅黑" sz="2600">
                <a:solidFill>
                  <a:srgbClr val="2F372B"/>
                </a:solidFill>
                <a:latin typeface="微软雅黑"/>
              </a:rPr>
              <a:t>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7375" y="3700462"/>
            <a:ext cx="28575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a:ea="微软雅黑" sz="2600">
                <a:solidFill>
                  <a:srgbClr val="2F372B"/>
                </a:solidFill>
                <a:latin typeface="微软雅黑"/>
              </a:rPr>
              <a:t>路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