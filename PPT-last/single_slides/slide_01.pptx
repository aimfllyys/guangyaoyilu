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deco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Picture 3" descr="deco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 descr="deco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 descr="deco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 descr="deco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 descr="hus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114300"/>
            <a:ext cx="1285875" cy="3095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57500" y="704850"/>
            <a:ext cx="340518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100">
                <a:solidFill>
                  <a:srgbClr val="2F372B"/>
                </a:solidFill>
                <a:latin typeface="微软雅黑"/>
              </a:rPr>
              <a:t>光 / 药 / 医 / 路 · 同向而行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1812" y="2390775"/>
            <a:ext cx="309562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200">
                <a:solidFill>
                  <a:srgbClr val="2D6A45"/>
                </a:solidFill>
                <a:latin typeface="微软雅黑"/>
              </a:rPr>
              <a:t>瑶光引路·汇聚光药医路的青年力量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9437" y="2657475"/>
            <a:ext cx="295275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宋体" sz="2000">
                <a:solidFill>
                  <a:srgbClr val="2F372B"/>
                </a:solidFill>
                <a:latin typeface="宋体"/>
              </a:rPr>
              <a:t>以光启智·以药济世·以医护人·以路同行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5625" y="3457575"/>
            <a:ext cx="28575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400">
                <a:solidFill>
                  <a:srgbClr val="2F372B"/>
                </a:solidFill>
                <a:latin typeface="微软雅黑"/>
              </a:rPr>
              <a:t>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2875" y="3457575"/>
            <a:ext cx="28575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400">
                <a:solidFill>
                  <a:srgbClr val="2F372B"/>
                </a:solidFill>
                <a:latin typeface="微软雅黑"/>
              </a:rPr>
              <a:t>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0125" y="3457575"/>
            <a:ext cx="28575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400">
                <a:solidFill>
                  <a:srgbClr val="2F372B"/>
                </a:solidFill>
                <a:latin typeface="微软雅黑"/>
              </a:rPr>
              <a:t>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7375" y="3457575"/>
            <a:ext cx="285750" cy="180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a:ea="微软雅黑" sz="2400">
                <a:solidFill>
                  <a:srgbClr val="2F372B"/>
                </a:solidFill>
                <a:latin typeface="微软雅黑"/>
              </a:rPr>
              <a:t>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